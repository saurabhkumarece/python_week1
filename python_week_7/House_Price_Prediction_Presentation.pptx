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81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House Price Prediction Using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Prepared by: </a:t>
            </a:r>
            <a:r>
              <a:rPr lang="en-IN" dirty="0"/>
              <a:t>Saurabh Kumar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Predict house prices based on Area, Bedrooms, Bathrooms, Floors and Parking.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Features: Area, Bedrooms, Bathrooms, Floors, Parking</a:t>
            </a:r>
          </a:p>
          <a:p>
            <a:r>
              <a:t>Target: House Price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Linear Regression</a:t>
            </a:r>
          </a:p>
          <a:p>
            <a:r>
              <a:t>Decision Tree Regressor</a:t>
            </a:r>
          </a:p>
          <a:p>
            <a:r>
              <a:t>Random Forest Regressor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Evaluation Metric: R² Score</a:t>
            </a:r>
          </a:p>
          <a:p>
            <a:r>
              <a:t>Best Model: Random Forest Regressor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Technologies: Python, Pandas, Scikit-Learn, Streamlit, Joblib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Testing</a:t>
            </a:r>
          </a:p>
          <a:p>
            <a:r>
              <a:t>Application Testing</a:t>
            </a:r>
          </a:p>
          <a:p>
            <a:r>
              <a:t>Prediction Validation</a:t>
            </a:r>
          </a:p>
          <a:p>
            <a:r>
              <a:t>System Stability Verification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Local Streamlit Deployment</a:t>
            </a:r>
          </a:p>
          <a:p>
            <a:r>
              <a:t>Application Running Successfully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Built ML Model</a:t>
            </a:r>
          </a:p>
          <a:p>
            <a:r>
              <a:t>Optimized Performance</a:t>
            </a:r>
          </a:p>
          <a:p>
            <a:r>
              <a:t>Integrated UI</a:t>
            </a:r>
          </a:p>
          <a:p>
            <a:r>
              <a:t>Tested &amp; Deployed Application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116</Words>
  <Application>Microsoft Office PowerPoint</Application>
  <PresentationFormat>On-screen Show (4:3)</PresentationFormat>
  <Paragraphs>31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House Price Prediction Using Machine Learning</vt:lpstr>
      <vt:lpstr>Problem Statement</vt:lpstr>
      <vt:lpstr>Dataset Description</vt:lpstr>
      <vt:lpstr>Machine Learning Models</vt:lpstr>
      <vt:lpstr>Model Comparison</vt:lpstr>
      <vt:lpstr>Application Development</vt:lpstr>
      <vt:lpstr>Testing Results</vt:lpstr>
      <vt:lpstr>Deployment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Ayush Anand</cp:lastModifiedBy>
  <cp:revision>2</cp:revision>
  <dcterms:created xsi:type="dcterms:W3CDTF">2013-01-27T09:14:16Z</dcterms:created>
  <dcterms:modified xsi:type="dcterms:W3CDTF">2026-06-03T16:36:32Z</dcterms:modified>
  <cp:category/>
</cp:coreProperties>
</file>